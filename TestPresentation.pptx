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3091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7450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113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8704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5/19/2020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760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4173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5/19/2020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0304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433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471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84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5119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5/19/2020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69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695" r:id="rId6"/>
    <p:sldLayoutId id="2147483691" r:id="rId7"/>
    <p:sldLayoutId id="2147483692" r:id="rId8"/>
    <p:sldLayoutId id="2147483693" r:id="rId9"/>
    <p:sldLayoutId id="2147483694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3C1207-D1C8-49E3-8837-E2B89D366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ADE2CC40-37F3-48F9-A536-525BFAE444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53" r="-2" b="-2"/>
          <a:stretch/>
        </p:blipFill>
        <p:spPr>
          <a:xfrm>
            <a:off x="1553404" y="328598"/>
            <a:ext cx="10638597" cy="6529402"/>
          </a:xfrm>
          <a:custGeom>
            <a:avLst/>
            <a:gdLst/>
            <a:ahLst/>
            <a:cxnLst/>
            <a:rect l="l" t="t" r="r" b="b"/>
            <a:pathLst>
              <a:path w="10638597" h="6529402">
                <a:moveTo>
                  <a:pt x="5871233" y="0"/>
                </a:moveTo>
                <a:cubicBezTo>
                  <a:pt x="7796522" y="0"/>
                  <a:pt x="9505369" y="926699"/>
                  <a:pt x="10576060" y="2358381"/>
                </a:cubicBezTo>
                <a:lnTo>
                  <a:pt x="10638597" y="2446324"/>
                </a:lnTo>
                <a:lnTo>
                  <a:pt x="10638597" y="6529402"/>
                </a:lnTo>
                <a:lnTo>
                  <a:pt x="37666" y="6529402"/>
                </a:lnTo>
                <a:lnTo>
                  <a:pt x="30313" y="6471533"/>
                </a:lnTo>
                <a:cubicBezTo>
                  <a:pt x="10268" y="6274159"/>
                  <a:pt x="0" y="6073895"/>
                  <a:pt x="0" y="5871233"/>
                </a:cubicBezTo>
                <a:cubicBezTo>
                  <a:pt x="0" y="2628641"/>
                  <a:pt x="2628641" y="0"/>
                  <a:pt x="5871233" y="0"/>
                </a:cubicBezTo>
                <a:close/>
              </a:path>
            </a:pathLst>
          </a:custGeom>
        </p:spPr>
      </p:pic>
      <p:sp>
        <p:nvSpPr>
          <p:cNvPr id="11" name="Graphic 11">
            <a:extLst>
              <a:ext uri="{FF2B5EF4-FFF2-40B4-BE49-F238E27FC236}">
                <a16:creationId xmlns:a16="http://schemas.microsoft.com/office/drawing/2014/main" id="{A15B4AF2-7DAE-40C8-9E39-60FDA9FF5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05869" y="397144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Graphic 10">
            <a:extLst>
              <a:ext uri="{FF2B5EF4-FFF2-40B4-BE49-F238E27FC236}">
                <a16:creationId xmlns:a16="http://schemas.microsoft.com/office/drawing/2014/main" id="{881BB4AC-54B2-44AE-BC84-8439DE21B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75281" y="1419299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35830BCB-5239-43C5-8BFD-DAD3674F6A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233" y="5057868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423363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Univers</vt:lpstr>
      <vt:lpstr>GradientVTI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trannguyenhcmut@gmail.com</dc:creator>
  <cp:lastModifiedBy>trannguyenhcmut@gmail.com</cp:lastModifiedBy>
  <cp:revision>1</cp:revision>
  <dcterms:created xsi:type="dcterms:W3CDTF">2020-05-19T14:14:41Z</dcterms:created>
  <dcterms:modified xsi:type="dcterms:W3CDTF">2020-05-19T14:15:15Z</dcterms:modified>
</cp:coreProperties>
</file>